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服务器日志监控报告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3C5FD"/>
                </a:solidFill>
              </a:defRPr>
            </a:pPr>
            <a:r>
              <a:t>生成时间: 2026-06-13 12:03:52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System Log Analytics Dashboard - 企业级实时监控与智能预警平台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监控概览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总日志数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5,000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错误日志数</a:t>
            </a:r>
          </a:p>
          <a:p>
            <a:pPr>
              <a:defRPr sz="3200" b="1">
                <a:solidFill>
                  <a:srgbClr val="EF4444"/>
                </a:solidFill>
              </a:defRPr>
            </a:pPr>
            <a:r>
              <a:t>2,155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错误率</a:t>
            </a:r>
          </a:p>
          <a:p>
            <a:pPr>
              <a:defRPr sz="3200" b="1">
                <a:solidFill>
                  <a:srgbClr val="EF4444"/>
                </a:solidFill>
              </a:defRPr>
            </a:pPr>
            <a:r>
              <a:t>43.10%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滑动窗口</a:t>
            </a:r>
          </a:p>
          <a:p>
            <a:pPr>
              <a:defRPr sz="3200" b="1">
                <a:solidFill>
                  <a:srgbClr val="1E3A5F"/>
                </a:solidFill>
              </a:defRPr>
            </a:pPr>
            <a:r>
              <a:t>5 分钟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服务节点数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调用链记录</a:t>
            </a:r>
          </a:p>
          <a:p>
            <a:pPr>
              <a:defRPr sz="3200" b="1">
                <a:solidFill>
                  <a:srgbClr val="1E3A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请求量与响应时间趋势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pic>
        <p:nvPicPr>
          <p:cNvPr id="5" name="Picture 4" descr="tmp7q3dsv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15600" cy="4528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接口性能排行 (Top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pic>
        <p:nvPicPr>
          <p:cNvPr id="5" name="Picture 4" descr="tmpz7lr4u2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0972800" cy="4501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服务节点健康状态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7407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请求数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错误数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错误率(%)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P99响应(ms)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gateway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43.67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873.79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inventory-service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926.23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notification-service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47.56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743.84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search-service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860.25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analytics-service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509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40.28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902.21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user-service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1048.51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order-service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41.73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747.58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auth-service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1024.7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000"/>
                        <a:t>payment-service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42.71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813.01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000"/>
                        <a:t>config-service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989.07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异常检测事件 (共 10 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15636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时间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严重程度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实体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当前值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阈值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Z分数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12:03:37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/>
                        <a:t>12:03:50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/>
                        <a:t>12:03:52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systemic_error_outbreak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systemic_error_rate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流量预测与预警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暂无预测数据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服务调用依赖概览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System Log Analytics Dashboard - 企业级实时监控平台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服务节点数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调用连边数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总调用次数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3,335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总错误数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1,404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平均响应(ms)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79.77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跟踪的调用链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